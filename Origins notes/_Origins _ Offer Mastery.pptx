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ee4fbfa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25ee4fbfa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3b70cdd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2b3b70cdd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5ee4fbfa1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25ee4fbfa1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ee4fbfa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25ee4fbfa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ee4fbfa1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5ee4fbfa1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ee4fbfa1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25ee4fbfa1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ee4fbfa1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5ee4fbfa1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ee4fbfa1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5ee4fbfa1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easyamedia.com/profit-calculator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try.flowpouch.com/addiction-free-v4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Origins (1).png"/>
          <p:cNvPicPr preferRelativeResize="0"/>
          <p:nvPr/>
        </p:nvPicPr>
        <p:blipFill rotWithShape="1">
          <a:blip r:embed="rId3">
            <a:alphaModFix/>
          </a:blip>
          <a:srcRect b="-1499" l="0" r="0" t="24219"/>
          <a:stretch/>
        </p:blipFill>
        <p:spPr>
          <a:xfrm>
            <a:off x="2000250" y="783775"/>
            <a:ext cx="5143500" cy="39748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474850" y="3339375"/>
            <a:ext cx="4194300" cy="573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Offer Mastery</a:t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845050" y="4393975"/>
            <a:ext cx="3453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b="1" lang="en" sz="750">
                <a:solidFill>
                  <a:schemeClr val="lt1"/>
                </a:solidFill>
              </a:rPr>
              <a:t>EASY A MEDIA INC.</a:t>
            </a:r>
            <a:endParaRPr b="1" i="0" sz="2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⭐️ IMPORTANT NOTE #1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4228" y="1078433"/>
            <a:ext cx="8011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Offers can be like drugs… They are ADDICTING. They can take your ROAS from a 2x to 4x overnight, pump your conversion rate from a 1.5% to 2.5%, and drive revenue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through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roof… But, they can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oftentimes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 IMPOSSIBLE to get off of and can be OVERLY relied on to acquire customers.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4375" y="2475888"/>
            <a:ext cx="4188626" cy="207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25" y="2475888"/>
            <a:ext cx="3823580" cy="2077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⭐️ IMPORTANT NOTE #2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31200" y="990024"/>
            <a:ext cx="80112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 to setting up any offer ALWAYS use the profit calculator to establish the new targets for ROAS &amp; CPA so you know whether or not it is successful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Evergreen Example:</a:t>
            </a:r>
            <a:b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your ROAS is currently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your break even ROAS is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1.43x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(70% Gross profit)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your spending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per month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you’re generating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$200k total.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Gross Profit = $40,000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($200k rev *0.7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$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140k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gp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- $100k spend)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New Offer Example:</a:t>
            </a:r>
            <a:b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if you launch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30% offer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Keeps you at a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2x ROAS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but your breakeven is now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1.82x </a:t>
            </a:r>
            <a:r>
              <a:rPr b="1"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(55% Gross profit)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and now your spending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$150k per month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generating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$300k total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Gross Profit = </a:t>
            </a:r>
            <a:r>
              <a:rPr b="1" lang="en" sz="1200" u="sng">
                <a:solidFill>
                  <a:schemeClr val="dk1"/>
                </a:solidFill>
                <a:highlight>
                  <a:srgbClr val="FF0000"/>
                </a:highlight>
                <a:latin typeface="Montserrat"/>
                <a:ea typeface="Montserrat"/>
                <a:cs typeface="Montserrat"/>
                <a:sym typeface="Montserrat"/>
              </a:rPr>
              <a:t>$15,000</a:t>
            </a:r>
            <a:r>
              <a:rPr lang="en" sz="1200">
                <a:solidFill>
                  <a:schemeClr val="dk1"/>
                </a:solidFill>
                <a:highlight>
                  <a:srgbClr val="FF0000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($300k rev *0.55 gp = $165k gp - $150k spend)</a:t>
            </a:r>
            <a:b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Easy: </a:t>
            </a:r>
            <a:r>
              <a:rPr lang="en" sz="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https://www.easyamedia.com/profit-calculator</a:t>
            </a:r>
            <a:r>
              <a:rPr b="1"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400425" y="826375"/>
            <a:ext cx="84804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Group commonly purchased products and bundle together at a discount. Provide a REASON for the bundle &amp; think of a name for the bundle as well.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Bundle &amp; Save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46078" y="1774763"/>
            <a:ext cx="8011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“The Staple 6-Pack” | Regular $265 Now for $186.00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“Rat Protection Bundle” | Rat Vac + Capz + Vent + eBook | Regular $371 now $249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375" y="2714550"/>
            <a:ext cx="1738601" cy="20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5150" y="2701763"/>
            <a:ext cx="3552845" cy="19499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Dollar amount off product or order </a:t>
            </a:r>
            <a:r>
              <a:rPr i="1"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(Law of large numbers)</a:t>
            </a:r>
            <a:endParaRPr i="1"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$</a:t>
            </a: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X Amount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324228" y="1497913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$20!”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$30 On First Orders!”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Up To $80! Sitewide”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(Discount select products or variants)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6250" y="2032600"/>
            <a:ext cx="2744574" cy="239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Percentage amount off product or order </a:t>
            </a:r>
            <a:r>
              <a:rPr i="1"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(Law of large numbers)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%X Amount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24228" y="1497913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10%”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25% On First Orders!”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“Save Up To 80% Sitewide”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(Discount select products or variants)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5325" y="2678125"/>
            <a:ext cx="3115827" cy="2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400425" y="826375"/>
            <a:ext cx="84804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Buy a certain number of products and get another one free. 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Buy X Get X Free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346078" y="1439638"/>
            <a:ext cx="8011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1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2 Get 1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X Get Another Product Free”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8" name="Google Shape;118;p1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1775" y="1670852"/>
            <a:ext cx="3918623" cy="267490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💸Highly Recommend Offer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400425" y="826375"/>
            <a:ext cx="84804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Buy a certain number of products and get a % off another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t/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Buy X Get X% Off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46078" y="1439638"/>
            <a:ext cx="8011200" cy="7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1 50% Off!”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“Buy 1 Get X product 15% Off”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4">
            <a:alphaModFix/>
          </a:blip>
          <a:srcRect b="0" l="0" r="7183" t="0"/>
          <a:stretch/>
        </p:blipFill>
        <p:spPr>
          <a:xfrm>
            <a:off x="400425" y="2366650"/>
            <a:ext cx="4518274" cy="228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0050" y="2434001"/>
            <a:ext cx="3683303" cy="215032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6494074" y="111025"/>
            <a:ext cx="2554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😥</a:t>
            </a: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Recommend If You Have Bad Margins 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When you purchase a product you’ll also get another product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Free Gift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324228" y="1497913"/>
            <a:ext cx="8011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Mystery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Gift when you spend X” or 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When you purchase X”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 </a:t>
            </a:r>
            <a:r>
              <a:rPr b="1" i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Complimentary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Product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(product that goes well with main SKU)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⭐️Free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E-Book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(That helps the user accomplish the dream outcome)</a:t>
            </a:r>
            <a:endParaRPr i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Gift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Wrapping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(Q4 offer)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147" y="1353375"/>
            <a:ext cx="2672874" cy="340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🛒</a:t>
            </a: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Recommend as an Add-On </a:t>
            </a:r>
            <a:r>
              <a:rPr b="1" i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(not core offer)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400424" y="826375"/>
            <a:ext cx="848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lang="en" sz="1550">
                <a:solidFill>
                  <a:srgbClr val="5042F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Free shipping on specific product or whole store</a:t>
            </a:r>
            <a:endParaRPr sz="1550">
              <a:solidFill>
                <a:srgbClr val="5042F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00424" y="251125"/>
            <a:ext cx="648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Free Shipping</a:t>
            </a:r>
            <a:endParaRPr b="0" i="0" sz="36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24228" y="1497913"/>
            <a:ext cx="80112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On All Orders”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On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First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Orders”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Shipping when you spend X”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AutoNum type="arabicPeriod"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“Free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Expedited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Shipping” 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104" y="4904513"/>
            <a:ext cx="157899" cy="1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4107729" y="4804063"/>
            <a:ext cx="11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Easy A Media</a:t>
            </a:r>
            <a:endParaRPr b="0" i="0" sz="9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0450" y="1497913"/>
            <a:ext cx="2967001" cy="175528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6249175" y="111025"/>
            <a:ext cx="2799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r>
              <a:rPr b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🛒Recommend as an Add-On </a:t>
            </a:r>
            <a:r>
              <a:rPr b="1" i="1" lang="en" sz="850">
                <a:solidFill>
                  <a:srgbClr val="5042FB"/>
                </a:solidFill>
                <a:latin typeface="Montserrat"/>
                <a:ea typeface="Montserrat"/>
                <a:cs typeface="Montserrat"/>
                <a:sym typeface="Montserrat"/>
              </a:rPr>
              <a:t>(not core offer)</a:t>
            </a:r>
            <a:endParaRPr b="1" i="1" sz="850">
              <a:solidFill>
                <a:srgbClr val="5042F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